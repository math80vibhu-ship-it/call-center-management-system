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9" d="100"/>
          <a:sy n="69" d="100"/>
        </p:scale>
        <p:origin x="56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A3F5C-A35B-E8D8-D679-34FCFE98E5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D0A049-51B5-240E-9CF9-A29D23526A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3EE21-3695-9997-3DE5-9F3DC2ACC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508E5-1398-4112-9AA6-DD214898E42B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C984F-C4B5-5604-691A-3F254173E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4EF42-7D37-EC3B-E5E9-CA16C500E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5EB1A-523A-4396-8D78-DDAB9919A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595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F5062-222A-2B18-78BB-B6C05CB82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39630-A358-89F4-4005-EBFDC42D9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1E8AE-D543-5A9F-755C-A196EE6C6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508E5-1398-4112-9AA6-DD214898E42B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34938B-3609-BB94-518E-0D39CD411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1C2537-6938-A586-2099-9401C8AED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5EB1A-523A-4396-8D78-DDAB9919A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7324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B18E5-1301-4AF4-92CE-61C3A0725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987141-8732-FD17-1FF4-A44DEFA59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A043D-90D3-2D52-D656-3338FF025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508E5-1398-4112-9AA6-DD214898E42B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E4AD4-D820-A1CD-0685-D02502F76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6CF09F-CE4D-1266-9322-7AA15F4EB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5EB1A-523A-4396-8D78-DDAB9919A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2428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1E6F1-C879-4648-1276-4FA1F296E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73AC2-0C7F-59AE-9E71-377AA42172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C1A1F8-62CD-6466-6C21-68C16F448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00854-02AC-3179-F7D6-8D1ED9D81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508E5-1398-4112-9AA6-DD214898E42B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67027E-5ADA-743C-926D-4E27AC35B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C8D869-CBDA-0650-E14C-B2B22C53C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5EB1A-523A-4396-8D78-DDAB9919A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8060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06855-90CC-8388-E448-1231F9D84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5EA9F-36FD-257B-CA63-28F4F37A5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E011C0-D9BE-BC15-E3A0-F12A27FF5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4F1980-C2BB-B000-86C6-B8C1ACAD24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BE8D25-9628-D3FA-406B-C7DC998296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90DAFB-5893-6142-94AA-85E768EBA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508E5-1398-4112-9AA6-DD214898E42B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140BB9-8B54-0843-0A7A-8E5379894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B1A5A4-E94E-C441-2713-EAA4F9F81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5EB1A-523A-4396-8D78-DDAB9919A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3406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3B97C-6F5C-59CA-FE3D-643D650B5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DA2E85-E9ED-F429-A56B-6B8BE56B4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508E5-1398-4112-9AA6-DD214898E42B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D30A58-51A3-E743-E08D-37F16DD65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88A918-DDAD-59A3-EF5E-4E6A3699A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5EB1A-523A-4396-8D78-DDAB9919A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5391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B62715-DFD7-7E85-0F48-FFBC5C40E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508E5-1398-4112-9AA6-DD214898E42B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C5C0F0-2AF9-03B8-C3B3-0B63FAACA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EDEE5C-0FD9-FE63-DB01-AB2658510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5EB1A-523A-4396-8D78-DDAB9919A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6111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E0A5C-DC31-1384-5287-DAAFD79AA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8C083-4830-1E68-6D7F-0891ABB81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1FDB6F-D934-6F05-3EDE-2A4D8B8BBE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4B0A05-50C5-CBEC-DDA2-DE89AD56A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508E5-1398-4112-9AA6-DD214898E42B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43E464-7886-BBE4-B521-416759C6B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4DA7D7-E348-3A98-8011-F77A0EF8E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5EB1A-523A-4396-8D78-DDAB9919A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697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81DAF-66B3-682C-3BF3-5B945068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897E96-2FBD-982A-A14A-2A9BD53246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5B5B5C-C3FE-DAEF-7EC3-5DAB9EEC29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B275FD-3747-5408-8346-70E618FEC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508E5-1398-4112-9AA6-DD214898E42B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7BC384-BA57-0159-218C-ABD2A209D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6FC32-1F0C-68B8-5CEF-E4AF34621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5EB1A-523A-4396-8D78-DDAB9919A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947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B3B7F-30CD-8C26-8C0A-AD6650D56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83688F-8F84-5E51-1AE3-E2178922C1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AD41C-6897-3311-0521-1C40A03D8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508E5-1398-4112-9AA6-DD214898E42B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893E7-4ED8-787E-ABA4-268CA2DB4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E73AD-58AC-3758-2301-A0EC08F92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5EB1A-523A-4396-8D78-DDAB9919A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309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1DB7FE-C477-9369-DC43-D2757972F9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D64BA5-23CE-C5FE-B258-AF13EEC376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3A75E-1973-E1B9-4C30-8F4566479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508E5-1398-4112-9AA6-DD214898E42B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F3A87-DCE9-3F59-CC91-500A8B958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549E7-6F30-5090-3FB8-6DFD45138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5EB1A-523A-4396-8D78-DDAB9919A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4960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53EB16-7BEB-AC32-8412-2D64B8593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D182E4-1A53-DF8C-25FD-73545E6F2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100A1-2BA0-FB08-AD88-380C280481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9508E5-1398-4112-9AA6-DD214898E42B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52F892-CC5D-775F-CADF-7D56135D9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B0A29-9003-75F1-AE06-5FFD5C6504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55EB1A-523A-4396-8D78-DDAB9919A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0833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A8FF0-1FF2-1E48-E6BA-7233B38FBD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Interface the Database with Front Ends using ODBC and JDBC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CE452E-0484-F678-ABE4-0CB73E1876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By</a:t>
            </a:r>
          </a:p>
          <a:p>
            <a:r>
              <a:rPr lang="en-IN" dirty="0"/>
              <a:t>Dr. Swaminathan Annadurai</a:t>
            </a:r>
          </a:p>
          <a:p>
            <a:r>
              <a:rPr lang="en-IN" dirty="0"/>
              <a:t>Assistant Professor</a:t>
            </a:r>
          </a:p>
          <a:p>
            <a:r>
              <a:rPr lang="en-IN" dirty="0"/>
              <a:t>School of Computer Science and Engineering</a:t>
            </a:r>
          </a:p>
          <a:p>
            <a:r>
              <a:rPr lang="en-IN" dirty="0"/>
              <a:t>Vellore Institute of Technology Chennai</a:t>
            </a:r>
          </a:p>
        </p:txBody>
      </p:sp>
    </p:spTree>
    <p:extLst>
      <p:ext uri="{BB962C8B-B14F-4D97-AF65-F5344CB8AC3E}">
        <p14:creationId xmlns:p14="http://schemas.microsoft.com/office/powerpoint/2010/main" val="2336864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D0C58-A554-31B7-6B76-EF4E48D8C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JDBC                              ODBC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323E6-2A9B-F42C-B545-14099F284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Import JDBC package</a:t>
            </a:r>
          </a:p>
          <a:p>
            <a:pPr marL="0" indent="0">
              <a:buNone/>
            </a:pPr>
            <a:r>
              <a:rPr lang="en-IN" dirty="0"/>
              <a:t>   	    ↓</a:t>
            </a:r>
          </a:p>
          <a:p>
            <a:pPr marL="0" indent="0">
              <a:buNone/>
            </a:pPr>
            <a:r>
              <a:rPr lang="en-IN" dirty="0"/>
              <a:t>Establish connection</a:t>
            </a:r>
          </a:p>
          <a:p>
            <a:pPr marL="0" indent="0">
              <a:buNone/>
            </a:pPr>
            <a:r>
              <a:rPr lang="en-IN" dirty="0"/>
              <a:t>	   ↓</a:t>
            </a:r>
          </a:p>
          <a:p>
            <a:pPr marL="0" indent="0">
              <a:buNone/>
            </a:pPr>
            <a:r>
              <a:rPr lang="en-IN" dirty="0"/>
              <a:t>Create Statement</a:t>
            </a:r>
          </a:p>
          <a:p>
            <a:pPr marL="0" indent="0">
              <a:buNone/>
            </a:pPr>
            <a:r>
              <a:rPr lang="en-IN" dirty="0"/>
              <a:t>	   ↓</a:t>
            </a:r>
          </a:p>
          <a:p>
            <a:pPr marL="0" indent="0">
              <a:buNone/>
            </a:pPr>
            <a:r>
              <a:rPr lang="en-IN" dirty="0"/>
              <a:t>Execute SQL</a:t>
            </a:r>
          </a:p>
          <a:p>
            <a:pPr marL="0" indent="0">
              <a:buNone/>
            </a:pPr>
            <a:r>
              <a:rPr lang="en-IN" dirty="0"/>
              <a:t>	   ↓</a:t>
            </a:r>
          </a:p>
          <a:p>
            <a:pPr marL="0" indent="0">
              <a:buNone/>
            </a:pPr>
            <a:r>
              <a:rPr lang="en-IN" dirty="0"/>
              <a:t>Process </a:t>
            </a:r>
            <a:r>
              <a:rPr lang="en-IN" dirty="0" err="1"/>
              <a:t>ResultSet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	   ↓</a:t>
            </a:r>
          </a:p>
          <a:p>
            <a:pPr marL="0" indent="0">
              <a:buNone/>
            </a:pPr>
            <a:r>
              <a:rPr lang="en-IN" dirty="0"/>
              <a:t>Close connection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Application</a:t>
            </a:r>
          </a:p>
          <a:p>
            <a:pPr marL="0" indent="0">
              <a:buNone/>
            </a:pPr>
            <a:r>
              <a:rPr lang="en-IN" dirty="0"/>
              <a:t>     ↓</a:t>
            </a:r>
          </a:p>
          <a:p>
            <a:pPr marL="0" indent="0">
              <a:buNone/>
            </a:pPr>
            <a:r>
              <a:rPr lang="en-IN" dirty="0"/>
              <a:t>ODBC API</a:t>
            </a:r>
          </a:p>
          <a:p>
            <a:pPr marL="0" indent="0">
              <a:buNone/>
            </a:pPr>
            <a:r>
              <a:rPr lang="en-IN" dirty="0"/>
              <a:t>     ↓</a:t>
            </a:r>
          </a:p>
          <a:p>
            <a:pPr marL="0" indent="0">
              <a:buNone/>
            </a:pPr>
            <a:r>
              <a:rPr lang="en-IN" dirty="0"/>
              <a:t>ODBC Driver Manager</a:t>
            </a:r>
          </a:p>
          <a:p>
            <a:pPr marL="0" indent="0">
              <a:buNone/>
            </a:pPr>
            <a:r>
              <a:rPr lang="en-IN" dirty="0"/>
              <a:t>     ↓</a:t>
            </a:r>
          </a:p>
          <a:p>
            <a:pPr marL="0" indent="0">
              <a:buNone/>
            </a:pPr>
            <a:r>
              <a:rPr lang="en-IN" dirty="0"/>
              <a:t>Oracle ODBC Driver</a:t>
            </a:r>
          </a:p>
          <a:p>
            <a:pPr marL="0" indent="0">
              <a:buNone/>
            </a:pPr>
            <a:r>
              <a:rPr lang="en-IN" dirty="0"/>
              <a:t>     ↓</a:t>
            </a:r>
          </a:p>
          <a:p>
            <a:pPr marL="0" indent="0">
              <a:buNone/>
            </a:pPr>
            <a:r>
              <a:rPr lang="en-IN" dirty="0"/>
              <a:t>Oracle Database</a:t>
            </a:r>
          </a:p>
        </p:txBody>
      </p:sp>
    </p:spTree>
    <p:extLst>
      <p:ext uri="{BB962C8B-B14F-4D97-AF65-F5344CB8AC3E}">
        <p14:creationId xmlns:p14="http://schemas.microsoft.com/office/powerpoint/2010/main" val="466903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63849-775F-FC82-3743-ACA28EABF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Sample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96DA6-417F-A0B2-E649-DDAC4737F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pPr marL="0" indent="0">
              <a:buNone/>
            </a:pPr>
            <a:r>
              <a:rPr lang="en-IN" sz="1800" dirty="0"/>
              <a:t>import </a:t>
            </a:r>
            <a:r>
              <a:rPr lang="en-IN" sz="1800" dirty="0" err="1"/>
              <a:t>java.sql</a:t>
            </a:r>
            <a:r>
              <a:rPr lang="en-IN" sz="1800" dirty="0"/>
              <a:t>.*;</a:t>
            </a:r>
          </a:p>
          <a:p>
            <a:pPr marL="0" indent="0">
              <a:buNone/>
            </a:pPr>
            <a:r>
              <a:rPr lang="en-IN" sz="1800" dirty="0"/>
              <a:t>public class </a:t>
            </a:r>
            <a:r>
              <a:rPr lang="en-IN" sz="1800" dirty="0" err="1"/>
              <a:t>DisasterJDBC</a:t>
            </a:r>
            <a:r>
              <a:rPr lang="en-IN" sz="1800" dirty="0"/>
              <a:t> {</a:t>
            </a:r>
          </a:p>
          <a:p>
            <a:pPr marL="0" indent="0">
              <a:buNone/>
            </a:pPr>
            <a:r>
              <a:rPr lang="en-IN" sz="1800" dirty="0"/>
              <a:t>    public static void main(String[] </a:t>
            </a:r>
            <a:r>
              <a:rPr lang="en-IN" sz="1800" dirty="0" err="1"/>
              <a:t>args</a:t>
            </a:r>
            <a:r>
              <a:rPr lang="en-IN" sz="1800" dirty="0"/>
              <a:t>) {</a:t>
            </a:r>
          </a:p>
          <a:p>
            <a:pPr marL="0" indent="0">
              <a:buNone/>
            </a:pPr>
            <a:r>
              <a:rPr lang="en-IN" sz="1800" dirty="0"/>
              <a:t>        try {</a:t>
            </a:r>
          </a:p>
          <a:p>
            <a:pPr marL="0" indent="0">
              <a:buNone/>
            </a:pPr>
            <a:r>
              <a:rPr lang="en-IN" sz="1800" dirty="0"/>
              <a:t>            // 1. Load JDBC Driver</a:t>
            </a:r>
          </a:p>
          <a:p>
            <a:pPr marL="0" indent="0">
              <a:buNone/>
            </a:pPr>
            <a:r>
              <a:rPr lang="en-IN" sz="1800" dirty="0"/>
              <a:t>            </a:t>
            </a:r>
            <a:r>
              <a:rPr lang="en-IN" sz="1800" dirty="0" err="1"/>
              <a:t>Class.forName</a:t>
            </a:r>
            <a:r>
              <a:rPr lang="en-IN" sz="1800" dirty="0"/>
              <a:t>("</a:t>
            </a:r>
            <a:r>
              <a:rPr lang="en-IN" sz="1800" dirty="0" err="1"/>
              <a:t>oracle.jdbc.OracleDriver</a:t>
            </a:r>
            <a:r>
              <a:rPr lang="en-IN" sz="1800" dirty="0"/>
              <a:t>");</a:t>
            </a:r>
          </a:p>
          <a:p>
            <a:pPr marL="0" indent="0">
              <a:buNone/>
            </a:pPr>
            <a:r>
              <a:rPr lang="en-IN" sz="1800" dirty="0"/>
              <a:t>            // 2. Establish connection</a:t>
            </a:r>
          </a:p>
          <a:p>
            <a:pPr marL="0" indent="0">
              <a:buNone/>
            </a:pPr>
            <a:r>
              <a:rPr lang="en-IN" sz="1800" dirty="0"/>
              <a:t>            Connection con = </a:t>
            </a:r>
            <a:r>
              <a:rPr lang="en-IN" sz="1800" dirty="0" err="1"/>
              <a:t>DriverManager.getConnection</a:t>
            </a:r>
            <a:r>
              <a:rPr lang="en-IN" sz="1800" dirty="0"/>
              <a:t>(</a:t>
            </a:r>
          </a:p>
          <a:p>
            <a:pPr marL="0" indent="0">
              <a:buNone/>
            </a:pPr>
            <a:r>
              <a:rPr lang="en-IN" sz="1800" dirty="0"/>
              <a:t>                "</a:t>
            </a:r>
            <a:r>
              <a:rPr lang="en-IN" sz="1800" dirty="0" err="1"/>
              <a:t>jdbc:oracle:thin</a:t>
            </a:r>
            <a:r>
              <a:rPr lang="en-IN" sz="1800" dirty="0"/>
              <a:t>:@localhost:1521:XE",</a:t>
            </a:r>
          </a:p>
          <a:p>
            <a:pPr marL="0" indent="0">
              <a:buNone/>
            </a:pPr>
            <a:r>
              <a:rPr lang="en-IN" sz="1800" dirty="0"/>
              <a:t>                "system",</a:t>
            </a:r>
          </a:p>
          <a:p>
            <a:pPr marL="0" indent="0">
              <a:buNone/>
            </a:pPr>
            <a:r>
              <a:rPr lang="en-IN" sz="1800" dirty="0"/>
              <a:t>                "password"</a:t>
            </a:r>
          </a:p>
          <a:p>
            <a:pPr marL="0" indent="0">
              <a:buNone/>
            </a:pPr>
            <a:r>
              <a:rPr lang="en-IN" sz="1800" dirty="0"/>
              <a:t>            );</a:t>
            </a:r>
          </a:p>
          <a:p>
            <a:pPr marL="0" indent="0">
              <a:buNone/>
            </a:pPr>
            <a:r>
              <a:rPr lang="en-IN" sz="1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23545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185CF-D718-8861-139D-BFF56673C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11601-4320-3699-5944-6350DCB49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Sample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732C8-772B-EBA4-19A9-A90160CFE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 // 3. Create statement</a:t>
            </a:r>
          </a:p>
          <a:p>
            <a:pPr marL="0" indent="0">
              <a:buNone/>
            </a:pPr>
            <a:r>
              <a:rPr lang="en-IN" dirty="0"/>
              <a:t>            Statement </a:t>
            </a:r>
            <a:r>
              <a:rPr lang="en-IN" dirty="0" err="1"/>
              <a:t>stmt</a:t>
            </a:r>
            <a:r>
              <a:rPr lang="en-IN" dirty="0"/>
              <a:t> = </a:t>
            </a:r>
            <a:r>
              <a:rPr lang="en-IN" dirty="0" err="1"/>
              <a:t>con.createStatement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// 4. Execute SQL query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ResultSet</a:t>
            </a:r>
            <a:r>
              <a:rPr lang="en-IN" dirty="0"/>
              <a:t> </a:t>
            </a:r>
            <a:r>
              <a:rPr lang="en-IN" dirty="0" err="1"/>
              <a:t>rs</a:t>
            </a:r>
            <a:r>
              <a:rPr lang="en-IN" dirty="0"/>
              <a:t> = </a:t>
            </a:r>
            <a:r>
              <a:rPr lang="en-IN" dirty="0" err="1"/>
              <a:t>stmt.executeQuery</a:t>
            </a:r>
            <a:r>
              <a:rPr lang="en-IN" dirty="0"/>
              <a:t>(</a:t>
            </a:r>
          </a:p>
          <a:p>
            <a:pPr marL="0" indent="0">
              <a:buNone/>
            </a:pPr>
            <a:r>
              <a:rPr lang="en-IN" dirty="0"/>
              <a:t>                "SELECT DISASTER_ID, DISASTER_TYPE, " +</a:t>
            </a:r>
          </a:p>
          <a:p>
            <a:pPr marL="0" indent="0">
              <a:buNone/>
            </a:pPr>
            <a:r>
              <a:rPr lang="en-IN" dirty="0"/>
              <a:t>                "LOCATION, SEVERITY, AFFECTED_POPULATION " +</a:t>
            </a:r>
          </a:p>
          <a:p>
            <a:pPr marL="0" indent="0">
              <a:buNone/>
            </a:pPr>
            <a:r>
              <a:rPr lang="en-IN" dirty="0"/>
              <a:t>                "FROM DISASTER"</a:t>
            </a:r>
          </a:p>
          <a:p>
            <a:pPr marL="0" indent="0">
              <a:buNone/>
            </a:pPr>
            <a:r>
              <a:rPr lang="en-IN" dirty="0"/>
              <a:t>            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16043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74303-8215-4EA8-FA46-7574AD6C7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3CFB6-3AD5-7C42-793F-F23A20CA0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Sample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DA02A-3C59-EF0B-B6C2-8C62A0704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 // 5. Process result</a:t>
            </a:r>
          </a:p>
          <a:p>
            <a:pPr marL="0" indent="0">
              <a:buNone/>
            </a:pPr>
            <a:r>
              <a:rPr lang="en-IN" dirty="0"/>
              <a:t>            while (</a:t>
            </a:r>
            <a:r>
              <a:rPr lang="en-IN" dirty="0" err="1"/>
              <a:t>rs.next</a:t>
            </a:r>
            <a:r>
              <a:rPr lang="en-IN" dirty="0"/>
              <a:t>()) {</a:t>
            </a:r>
          </a:p>
          <a:p>
            <a:pPr marL="0" indent="0">
              <a:buNone/>
            </a:pPr>
            <a:r>
              <a:rPr lang="en-IN" dirty="0"/>
              <a:t>                </a:t>
            </a:r>
            <a:r>
              <a:rPr lang="en-IN" dirty="0" err="1"/>
              <a:t>System.out.println</a:t>
            </a:r>
            <a:r>
              <a:rPr lang="en-IN" dirty="0"/>
              <a:t>(</a:t>
            </a:r>
          </a:p>
          <a:p>
            <a:pPr marL="0" indent="0">
              <a:buNone/>
            </a:pPr>
            <a:r>
              <a:rPr lang="en-IN" dirty="0"/>
              <a:t>                    </a:t>
            </a:r>
            <a:r>
              <a:rPr lang="en-IN" dirty="0" err="1"/>
              <a:t>rs.getInt</a:t>
            </a:r>
            <a:r>
              <a:rPr lang="en-IN" dirty="0"/>
              <a:t>("DISASTER_ID") + "  " +</a:t>
            </a:r>
          </a:p>
          <a:p>
            <a:pPr marL="0" indent="0">
              <a:buNone/>
            </a:pPr>
            <a:r>
              <a:rPr lang="en-IN" dirty="0"/>
              <a:t>                    </a:t>
            </a:r>
            <a:r>
              <a:rPr lang="en-IN" dirty="0" err="1"/>
              <a:t>rs.getString</a:t>
            </a:r>
            <a:r>
              <a:rPr lang="en-IN" dirty="0"/>
              <a:t>("DISASTER_TYPE") + "  " +</a:t>
            </a:r>
          </a:p>
          <a:p>
            <a:pPr marL="0" indent="0">
              <a:buNone/>
            </a:pPr>
            <a:r>
              <a:rPr lang="en-IN" dirty="0"/>
              <a:t>                    </a:t>
            </a:r>
            <a:r>
              <a:rPr lang="en-IN" dirty="0" err="1"/>
              <a:t>rs.getString</a:t>
            </a:r>
            <a:r>
              <a:rPr lang="en-IN" dirty="0"/>
              <a:t>("LOCATION") + "  " +</a:t>
            </a:r>
          </a:p>
          <a:p>
            <a:pPr marL="0" indent="0">
              <a:buNone/>
            </a:pPr>
            <a:r>
              <a:rPr lang="en-IN" dirty="0"/>
              <a:t>                    </a:t>
            </a:r>
            <a:r>
              <a:rPr lang="en-IN" dirty="0" err="1"/>
              <a:t>rs.getString</a:t>
            </a:r>
            <a:r>
              <a:rPr lang="en-IN" dirty="0"/>
              <a:t>("SEVERITY") + "  " +</a:t>
            </a:r>
          </a:p>
          <a:p>
            <a:pPr marL="0" indent="0">
              <a:buNone/>
            </a:pPr>
            <a:r>
              <a:rPr lang="en-IN" dirty="0"/>
              <a:t>                    </a:t>
            </a:r>
            <a:r>
              <a:rPr lang="en-IN" dirty="0" err="1"/>
              <a:t>rs.getInt</a:t>
            </a:r>
            <a:r>
              <a:rPr lang="en-IN" dirty="0"/>
              <a:t>("AFFECTED_POPULATION")</a:t>
            </a:r>
          </a:p>
          <a:p>
            <a:pPr marL="0" indent="0">
              <a:buNone/>
            </a:pPr>
            <a:r>
              <a:rPr lang="en-IN" dirty="0"/>
              <a:t>                );</a:t>
            </a:r>
          </a:p>
          <a:p>
            <a:pPr marL="0" indent="0">
              <a:buNone/>
            </a:pPr>
            <a:r>
              <a:rPr lang="en-IN" dirty="0"/>
              <a:t>            }</a:t>
            </a:r>
          </a:p>
        </p:txBody>
      </p:sp>
    </p:spTree>
    <p:extLst>
      <p:ext uri="{BB962C8B-B14F-4D97-AF65-F5344CB8AC3E}">
        <p14:creationId xmlns:p14="http://schemas.microsoft.com/office/powerpoint/2010/main" val="3706347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5632E-C2E3-962F-96E5-37CFB59EC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D3109-3185-4F8E-8344-38DFC802F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Sample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85BC1-B285-9686-C748-3A078B55D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// 6. Close connection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rs.close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stmt.close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con.close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    } catch (Exception e)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e.printStackTrace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2712645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4E839-A14D-3898-8D88-81F5F1236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Expected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7D271-6E3E-C968-624E-4EFDA07BE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101  FLOOD     Chennai    HIGH      125000</a:t>
            </a:r>
          </a:p>
          <a:p>
            <a:pPr marL="0" indent="0">
              <a:buNone/>
            </a:pPr>
            <a:r>
              <a:rPr lang="en-IN" dirty="0"/>
              <a:t>102  CYCLONE   </a:t>
            </a:r>
            <a:r>
              <a:rPr lang="en-IN" dirty="0" err="1"/>
              <a:t>Cuddalore</a:t>
            </a:r>
            <a:r>
              <a:rPr lang="en-IN" dirty="0"/>
              <a:t>  CRITICAL  210000</a:t>
            </a:r>
          </a:p>
          <a:p>
            <a:pPr marL="0" indent="0">
              <a:buNone/>
            </a:pPr>
            <a:r>
              <a:rPr lang="en-IN" dirty="0"/>
              <a:t>103  FIRE      Madurai    MEDIUM    8000</a:t>
            </a:r>
          </a:p>
        </p:txBody>
      </p:sp>
    </p:spTree>
    <p:extLst>
      <p:ext uri="{BB962C8B-B14F-4D97-AF65-F5344CB8AC3E}">
        <p14:creationId xmlns:p14="http://schemas.microsoft.com/office/powerpoint/2010/main" val="3030793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362</Words>
  <Application>Microsoft Office PowerPoint</Application>
  <PresentationFormat>Widescreen</PresentationFormat>
  <Paragraphs>75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Interface the Database with Front Ends using ODBC and JDBC</vt:lpstr>
      <vt:lpstr>JDBC                              ODBC</vt:lpstr>
      <vt:lpstr>Sample Code</vt:lpstr>
      <vt:lpstr>Sample Code</vt:lpstr>
      <vt:lpstr>Sample Code</vt:lpstr>
      <vt:lpstr>Sample Code</vt:lpstr>
      <vt:lpstr>Expected Output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SWAMINATHAN A</dc:creator>
  <cp:lastModifiedBy>SWAMINATHAN A</cp:lastModifiedBy>
  <cp:revision>1</cp:revision>
  <dcterms:created xsi:type="dcterms:W3CDTF">2026-10-06T10:25:58Z</dcterms:created>
  <dcterms:modified xsi:type="dcterms:W3CDTF">2026-10-06T10:50:06Z</dcterms:modified>
</cp:coreProperties>
</file>